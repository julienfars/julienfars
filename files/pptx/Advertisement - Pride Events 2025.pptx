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6827"/>
    <a:srgbClr val="AE4612"/>
    <a:srgbClr val="6614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36C6C1-B27E-4A66-B33A-36F6C398AF48}" v="8" dt="2025-05-28T09:54:02.2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>
        <p:scale>
          <a:sx n="89" d="100"/>
          <a:sy n="89" d="100"/>
        </p:scale>
        <p:origin x="1056" y="5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lien Fars" userId="37221874-6d78-4788-bf23-7fde2169a511" providerId="ADAL" clId="{DA36C6C1-B27E-4A66-B33A-36F6C398AF48}"/>
    <pc:docChg chg="undo custSel addSld delSld modSld sldOrd">
      <pc:chgData name="Julien Fars" userId="37221874-6d78-4788-bf23-7fde2169a511" providerId="ADAL" clId="{DA36C6C1-B27E-4A66-B33A-36F6C398AF48}" dt="2025-05-28T15:05:03.471" v="310" actId="20577"/>
      <pc:docMkLst>
        <pc:docMk/>
      </pc:docMkLst>
      <pc:sldChg chg="addSp delSp modSp mod">
        <pc:chgData name="Julien Fars" userId="37221874-6d78-4788-bf23-7fde2169a511" providerId="ADAL" clId="{DA36C6C1-B27E-4A66-B33A-36F6C398AF48}" dt="2025-05-28T09:53:22.989" v="212" actId="1076"/>
        <pc:sldMkLst>
          <pc:docMk/>
          <pc:sldMk cId="0" sldId="257"/>
        </pc:sldMkLst>
        <pc:spChg chg="del mod">
          <ac:chgData name="Julien Fars" userId="37221874-6d78-4788-bf23-7fde2169a511" providerId="ADAL" clId="{DA36C6C1-B27E-4A66-B33A-36F6C398AF48}" dt="2025-05-27T09:23:12.997" v="92" actId="478"/>
          <ac:spMkLst>
            <pc:docMk/>
            <pc:sldMk cId="0" sldId="257"/>
            <ac:spMk id="3" creationId="{00000000-0000-0000-0000-000000000000}"/>
          </ac:spMkLst>
        </pc:spChg>
        <pc:spChg chg="del mod">
          <ac:chgData name="Julien Fars" userId="37221874-6d78-4788-bf23-7fde2169a511" providerId="ADAL" clId="{DA36C6C1-B27E-4A66-B33A-36F6C398AF48}" dt="2025-05-27T09:24:30.085" v="100" actId="478"/>
          <ac:spMkLst>
            <pc:docMk/>
            <pc:sldMk cId="0" sldId="257"/>
            <ac:spMk id="5" creationId="{00000000-0000-0000-0000-000000000000}"/>
          </ac:spMkLst>
        </pc:spChg>
        <pc:spChg chg="mod">
          <ac:chgData name="Julien Fars" userId="37221874-6d78-4788-bf23-7fde2169a511" providerId="ADAL" clId="{DA36C6C1-B27E-4A66-B33A-36F6C398AF48}" dt="2025-05-27T09:22:18.539" v="24" actId="1036"/>
          <ac:spMkLst>
            <pc:docMk/>
            <pc:sldMk cId="0" sldId="257"/>
            <ac:spMk id="11" creationId="{00000000-0000-0000-0000-000000000000}"/>
          </ac:spMkLst>
        </pc:spChg>
        <pc:spChg chg="del mod">
          <ac:chgData name="Julien Fars" userId="37221874-6d78-4788-bf23-7fde2169a511" providerId="ADAL" clId="{DA36C6C1-B27E-4A66-B33A-36F6C398AF48}" dt="2025-05-27T09:24:01.953" v="95" actId="478"/>
          <ac:spMkLst>
            <pc:docMk/>
            <pc:sldMk cId="0" sldId="257"/>
            <ac:spMk id="13" creationId="{006C20AF-E39F-4473-540D-C0C9AE680F7C}"/>
          </ac:spMkLst>
        </pc:spChg>
        <pc:spChg chg="add mod">
          <ac:chgData name="Julien Fars" userId="37221874-6d78-4788-bf23-7fde2169a511" providerId="ADAL" clId="{DA36C6C1-B27E-4A66-B33A-36F6C398AF48}" dt="2025-05-27T09:23:17.728" v="93"/>
          <ac:spMkLst>
            <pc:docMk/>
            <pc:sldMk cId="0" sldId="257"/>
            <ac:spMk id="14" creationId="{280D5DFF-4053-0386-5858-7998D0B958E1}"/>
          </ac:spMkLst>
        </pc:spChg>
        <pc:spChg chg="add mod">
          <ac:chgData name="Julien Fars" userId="37221874-6d78-4788-bf23-7fde2169a511" providerId="ADAL" clId="{DA36C6C1-B27E-4A66-B33A-36F6C398AF48}" dt="2025-05-27T09:29:12.418" v="183" actId="20577"/>
          <ac:spMkLst>
            <pc:docMk/>
            <pc:sldMk cId="0" sldId="257"/>
            <ac:spMk id="15" creationId="{259D9FF5-E2EB-B9B3-6660-FB75760090A4}"/>
          </ac:spMkLst>
        </pc:spChg>
        <pc:spChg chg="add mod">
          <ac:chgData name="Julien Fars" userId="37221874-6d78-4788-bf23-7fde2169a511" providerId="ADAL" clId="{DA36C6C1-B27E-4A66-B33A-36F6C398AF48}" dt="2025-05-27T09:24:37.119" v="105" actId="20577"/>
          <ac:spMkLst>
            <pc:docMk/>
            <pc:sldMk cId="0" sldId="257"/>
            <ac:spMk id="16" creationId="{AA8708B7-4D13-0F46-11AE-BC2DD73E7755}"/>
          </ac:spMkLst>
        </pc:spChg>
        <pc:spChg chg="add mod">
          <ac:chgData name="Julien Fars" userId="37221874-6d78-4788-bf23-7fde2169a511" providerId="ADAL" clId="{DA36C6C1-B27E-4A66-B33A-36F6C398AF48}" dt="2025-05-27T09:26:02.887" v="159" actId="20577"/>
          <ac:spMkLst>
            <pc:docMk/>
            <pc:sldMk cId="0" sldId="257"/>
            <ac:spMk id="17" creationId="{287445B1-6CC9-5758-FAE9-4A52A06298AD}"/>
          </ac:spMkLst>
        </pc:spChg>
        <pc:picChg chg="add mod">
          <ac:chgData name="Julien Fars" userId="37221874-6d78-4788-bf23-7fde2169a511" providerId="ADAL" clId="{DA36C6C1-B27E-4A66-B33A-36F6C398AF48}" dt="2025-05-28T09:53:22.989" v="212" actId="1076"/>
          <ac:picMkLst>
            <pc:docMk/>
            <pc:sldMk cId="0" sldId="257"/>
            <ac:picMk id="7" creationId="{8EE64E9E-C9CD-8F82-271E-9977BDE48987}"/>
          </ac:picMkLst>
        </pc:picChg>
      </pc:sldChg>
      <pc:sldChg chg="addSp delSp modSp mod ord">
        <pc:chgData name="Julien Fars" userId="37221874-6d78-4788-bf23-7fde2169a511" providerId="ADAL" clId="{DA36C6C1-B27E-4A66-B33A-36F6C398AF48}" dt="2025-05-28T09:59:10.846" v="278" actId="1038"/>
        <pc:sldMkLst>
          <pc:docMk/>
          <pc:sldMk cId="1326296599" sldId="258"/>
        </pc:sldMkLst>
        <pc:picChg chg="add del mod">
          <ac:chgData name="Julien Fars" userId="37221874-6d78-4788-bf23-7fde2169a511" providerId="ADAL" clId="{DA36C6C1-B27E-4A66-B33A-36F6C398AF48}" dt="2025-05-28T09:53:01.947" v="206" actId="21"/>
          <ac:picMkLst>
            <pc:docMk/>
            <pc:sldMk cId="1326296599" sldId="258"/>
            <ac:picMk id="7" creationId="{8EE64E9E-C9CD-8F82-271E-9977BDE48987}"/>
          </ac:picMkLst>
        </pc:picChg>
        <pc:picChg chg="mod">
          <ac:chgData name="Julien Fars" userId="37221874-6d78-4788-bf23-7fde2169a511" providerId="ADAL" clId="{DA36C6C1-B27E-4A66-B33A-36F6C398AF48}" dt="2025-05-28T09:59:10.846" v="278" actId="1038"/>
          <ac:picMkLst>
            <pc:docMk/>
            <pc:sldMk cId="1326296599" sldId="258"/>
            <ac:picMk id="8" creationId="{FD59EA77-1B9C-DEF1-D27A-18BA38C70BB0}"/>
          </ac:picMkLst>
        </pc:picChg>
        <pc:picChg chg="add mod">
          <ac:chgData name="Julien Fars" userId="37221874-6d78-4788-bf23-7fde2169a511" providerId="ADAL" clId="{DA36C6C1-B27E-4A66-B33A-36F6C398AF48}" dt="2025-05-28T09:53:42.281" v="214"/>
          <ac:picMkLst>
            <pc:docMk/>
            <pc:sldMk cId="1326296599" sldId="258"/>
            <ac:picMk id="10" creationId="{623F7D84-8E22-45F1-BAD8-4968E70A5340}"/>
          </ac:picMkLst>
        </pc:picChg>
      </pc:sldChg>
      <pc:sldChg chg="addSp modSp mod">
        <pc:chgData name="Julien Fars" userId="37221874-6d78-4788-bf23-7fde2169a511" providerId="ADAL" clId="{DA36C6C1-B27E-4A66-B33A-36F6C398AF48}" dt="2025-05-28T15:05:03.471" v="310" actId="20577"/>
        <pc:sldMkLst>
          <pc:docMk/>
          <pc:sldMk cId="2255982648" sldId="259"/>
        </pc:sldMkLst>
        <pc:spChg chg="mod">
          <ac:chgData name="Julien Fars" userId="37221874-6d78-4788-bf23-7fde2169a511" providerId="ADAL" clId="{DA36C6C1-B27E-4A66-B33A-36F6C398AF48}" dt="2025-05-28T09:52:13.362" v="198" actId="20577"/>
          <ac:spMkLst>
            <pc:docMk/>
            <pc:sldMk cId="2255982648" sldId="259"/>
            <ac:spMk id="5" creationId="{CCE55506-3C49-50E3-1506-328D516C345B}"/>
          </ac:spMkLst>
        </pc:spChg>
        <pc:spChg chg="mod">
          <ac:chgData name="Julien Fars" userId="37221874-6d78-4788-bf23-7fde2169a511" providerId="ADAL" clId="{DA36C6C1-B27E-4A66-B33A-36F6C398AF48}" dt="2025-05-28T15:05:03.471" v="310" actId="20577"/>
          <ac:spMkLst>
            <pc:docMk/>
            <pc:sldMk cId="2255982648" sldId="259"/>
            <ac:spMk id="9" creationId="{8D22ACCD-9AAD-2AB0-B2E8-7C139BE5DE8F}"/>
          </ac:spMkLst>
        </pc:spChg>
        <pc:picChg chg="add mod">
          <ac:chgData name="Julien Fars" userId="37221874-6d78-4788-bf23-7fde2169a511" providerId="ADAL" clId="{DA36C6C1-B27E-4A66-B33A-36F6C398AF48}" dt="2025-05-28T09:54:02.260" v="220"/>
          <ac:picMkLst>
            <pc:docMk/>
            <pc:sldMk cId="2255982648" sldId="259"/>
            <ac:picMk id="4" creationId="{859B474B-5E86-3C45-2682-12C3DAC386AB}"/>
          </ac:picMkLst>
        </pc:picChg>
        <pc:picChg chg="mod">
          <ac:chgData name="Julien Fars" userId="37221874-6d78-4788-bf23-7fde2169a511" providerId="ADAL" clId="{DA36C6C1-B27E-4A66-B33A-36F6C398AF48}" dt="2025-05-28T09:54:45.329" v="250" actId="1036"/>
          <ac:picMkLst>
            <pc:docMk/>
            <pc:sldMk cId="2255982648" sldId="259"/>
            <ac:picMk id="7" creationId="{707B30A8-1889-656A-5895-24AF403779AD}"/>
          </ac:picMkLst>
        </pc:picChg>
        <pc:picChg chg="mod">
          <ac:chgData name="Julien Fars" userId="37221874-6d78-4788-bf23-7fde2169a511" providerId="ADAL" clId="{DA36C6C1-B27E-4A66-B33A-36F6C398AF48}" dt="2025-05-28T09:55:01.307" v="252" actId="14100"/>
          <ac:picMkLst>
            <pc:docMk/>
            <pc:sldMk cId="2255982648" sldId="259"/>
            <ac:picMk id="11" creationId="{7BD683D7-64B2-41E2-6758-C43E38DFB707}"/>
          </ac:picMkLst>
        </pc:picChg>
        <pc:picChg chg="mod">
          <ac:chgData name="Julien Fars" userId="37221874-6d78-4788-bf23-7fde2169a511" providerId="ADAL" clId="{DA36C6C1-B27E-4A66-B33A-36F6C398AF48}" dt="2025-05-28T09:54:45.329" v="250" actId="1036"/>
          <ac:picMkLst>
            <pc:docMk/>
            <pc:sldMk cId="2255982648" sldId="259"/>
            <ac:picMk id="16" creationId="{216140C7-C90D-3DC9-BEF2-E98513267700}"/>
          </ac:picMkLst>
        </pc:picChg>
      </pc:sldChg>
      <pc:sldChg chg="addSp modSp new del mod">
        <pc:chgData name="Julien Fars" userId="37221874-6d78-4788-bf23-7fde2169a511" providerId="ADAL" clId="{DA36C6C1-B27E-4A66-B33A-36F6C398AF48}" dt="2025-05-27T09:26:10.092" v="160" actId="47"/>
        <pc:sldMkLst>
          <pc:docMk/>
          <pc:sldMk cId="2903588957" sldId="260"/>
        </pc:sldMkLst>
        <pc:spChg chg="add mod">
          <ac:chgData name="Julien Fars" userId="37221874-6d78-4788-bf23-7fde2169a511" providerId="ADAL" clId="{DA36C6C1-B27E-4A66-B33A-36F6C398AF48}" dt="2025-05-27T09:24:15.959" v="98" actId="207"/>
          <ac:spMkLst>
            <pc:docMk/>
            <pc:sldMk cId="2903588957" sldId="260"/>
            <ac:spMk id="3" creationId="{F747D772-07DC-C27F-7E7D-ADB9FFBE747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6A976-7B4E-4524-0B81-D58F3C2C4C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878DBA-D4F4-38CA-A77A-A746224ED3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E19B2-1F11-208D-0CF7-F31922662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B4A9A-1953-4B21-9EEF-ADF05AA170F3}" type="datetimeFigureOut">
              <a:rPr lang="en-GB" smtClean="0"/>
              <a:t>28/05/2025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89C119-1B31-C0E7-CE91-E06CF6C91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C771E-F134-B83F-71E0-B7E6FD10E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6DFB6-F5F6-467C-B4B4-3F007FACC2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5839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57FD9-FD3C-6970-5609-230C80DFC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144D1-2CE2-A22C-C7CF-B47DB3742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F4E4E-E3C3-C8A3-9059-B2407B669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B4A9A-1953-4B21-9EEF-ADF05AA170F3}" type="datetimeFigureOut">
              <a:rPr lang="en-GB" smtClean="0"/>
              <a:t>28/05/2025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2B2829-0631-B136-3E08-5C4556737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B6212B-244D-C604-D7EB-BFFAFA19A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6DFB6-F5F6-467C-B4B4-3F007FACC2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2360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16B14-0279-9CC4-CEA3-269A408A9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D7EB86-5913-DB2A-731D-C082F70B13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138BC1-BD5F-7D3D-261D-E9B8F4F24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B4A9A-1953-4B21-9EEF-ADF05AA170F3}" type="datetimeFigureOut">
              <a:rPr lang="en-GB" smtClean="0"/>
              <a:t>28/05/2025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B216A9-F997-8C47-1496-0C588B570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BEE3E9-76A2-CFEB-9609-549B58A11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6DFB6-F5F6-467C-B4B4-3F007FACC2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0586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D9B05-A126-15B8-4BE4-FE619FC8F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78433-C846-01C7-0183-1CF759CE57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9DE736-AFC9-2294-9115-493857790B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82C31D-0D4B-625A-A35E-B00A24EA7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B4A9A-1953-4B21-9EEF-ADF05AA170F3}" type="datetimeFigureOut">
              <a:rPr lang="en-GB" smtClean="0"/>
              <a:t>28/05/2025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3EF42D-1833-0704-BBC5-FEBDC5096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5EB391-9C49-4988-46B2-518CA8544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6DFB6-F5F6-467C-B4B4-3F007FACC2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2913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233B1-6B90-6F55-6F8E-98F7DAEB7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B31F6E-157C-98C6-9DD1-7EA9E5B99D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2A28A1-EF16-7DBB-B3D1-0699596DAF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456702-1EAA-8F0F-33FA-073AB32DD1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55CB2F-EDEF-7DCF-FA60-70238D160F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4F5956-0A1D-D7E0-8C3F-30E35B46A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B4A9A-1953-4B21-9EEF-ADF05AA170F3}" type="datetimeFigureOut">
              <a:rPr lang="en-GB" smtClean="0"/>
              <a:t>28/05/2025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A2B54D-28BB-CCEE-E7F7-56DA821B0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A8010D-CD04-EBD7-316E-A70D05CF9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6DFB6-F5F6-467C-B4B4-3F007FACC2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7677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0AA98-97AD-654B-E2EA-382602163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E4A28F-6E0B-5568-9B46-AE831E740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B4A9A-1953-4B21-9EEF-ADF05AA170F3}" type="datetimeFigureOut">
              <a:rPr lang="en-GB" smtClean="0"/>
              <a:t>28/05/2025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31849D-F402-787E-5A6A-9AA64551C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68BBEF-5A0F-79CE-9A73-1297A7AF8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6DFB6-F5F6-467C-B4B4-3F007FACC2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418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4925DF-4859-D7BA-3859-4E4E8D65D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B4A9A-1953-4B21-9EEF-ADF05AA170F3}" type="datetimeFigureOut">
              <a:rPr lang="en-GB" smtClean="0"/>
              <a:t>28/05/2025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365DB5-E41B-98A7-FEDD-AE5F33253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C1F22E-2BC4-C15E-E404-D0108A787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6DFB6-F5F6-467C-B4B4-3F007FACC2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7329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97E5E-AEC8-E92F-7BD1-921E8E7B6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276F4-FF50-A087-4577-49D0B6A40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D280D7-9EFD-904A-2F8B-80D9F5D65C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CE05D3-689A-6E7C-80C0-5CD87A0BD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B4A9A-1953-4B21-9EEF-ADF05AA170F3}" type="datetimeFigureOut">
              <a:rPr lang="en-GB" smtClean="0"/>
              <a:t>28/05/2025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7DFF7B-FCB0-4705-7214-B83E66BC5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CD5B32-C080-6D64-6104-7F03450B6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6DFB6-F5F6-467C-B4B4-3F007FACC2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1667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509D6-4402-7364-468E-F59755679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1F9379-6A37-E402-0605-69EE17D7A9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1611DE-9108-85AC-0D7B-29F682F369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40F501-67DB-B6C8-9C6A-80B4F7FFC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B4A9A-1953-4B21-9EEF-ADF05AA170F3}" type="datetimeFigureOut">
              <a:rPr lang="en-GB" smtClean="0"/>
              <a:t>28/05/2025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92E4CF-34BC-7383-913D-2881000BE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7E4123-6748-BC8A-41B4-FB1F73A1E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6DFB6-F5F6-467C-B4B4-3F007FACC2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6995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F9D99-FDB5-63B7-399C-8446A3FF1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DCBD6B-F2E1-1E0E-C87F-72A530997A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BBC9DC-E642-04E4-9018-52F700AF8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B4A9A-1953-4B21-9EEF-ADF05AA170F3}" type="datetimeFigureOut">
              <a:rPr lang="en-GB" smtClean="0"/>
              <a:t>28/05/2025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3E89D-BBC5-9C35-F114-5EE6461DE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9CB334-50F7-9917-4400-DF77AED03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6DFB6-F5F6-467C-B4B4-3F007FACC2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0256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69D538-8433-2EE1-7BEE-5ADB116333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2224C5-F161-4714-68A4-32C9E0046E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F17637-443E-DC1E-9874-A28136408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B4A9A-1953-4B21-9EEF-ADF05AA170F3}" type="datetimeFigureOut">
              <a:rPr lang="en-GB" smtClean="0"/>
              <a:t>28/05/2025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70BFEC-379A-A083-DB79-BB2CF54D5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2B844-2D45-974C-2370-84FBEE872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6DFB6-F5F6-467C-B4B4-3F007FACC2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2461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44AE37-0A4D-AD24-F23C-D050CE948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F8027C-971F-34C1-7C32-4AD4C6D4E9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324937-12AE-9759-EB69-A3F7BEF469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4B4A9A-1953-4B21-9EEF-ADF05AA170F3}" type="datetimeFigureOut">
              <a:rPr lang="en-GB" smtClean="0"/>
              <a:t>28/05/2025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B80A74-AC40-63ED-E508-AE3F5730BD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2C0C55-ED83-B62C-03F6-CC3F4204C5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46DFB6-F5F6-467C-B4B4-3F007FACC20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3494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svg"/><Relationship Id="rId7" Type="http://schemas.openxmlformats.org/officeDocument/2006/relationships/image" Target="../media/image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svg"/><Relationship Id="rId7" Type="http://schemas.openxmlformats.org/officeDocument/2006/relationships/image" Target="../media/image10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68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2CD318-31AD-BA8F-306C-4C3D3A076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0BEADE7-5EEB-D6E0-A95D-5B30B9B1A92B}"/>
              </a:ext>
            </a:extLst>
          </p:cNvPr>
          <p:cNvSpPr/>
          <p:nvPr/>
        </p:nvSpPr>
        <p:spPr>
          <a:xfrm rot="-1961233">
            <a:off x="4488969" y="4633489"/>
            <a:ext cx="9558174" cy="5973859"/>
          </a:xfrm>
          <a:custGeom>
            <a:avLst/>
            <a:gdLst/>
            <a:ahLst/>
            <a:cxnLst/>
            <a:rect l="l" t="t" r="r" b="b"/>
            <a:pathLst>
              <a:path w="14337261" h="8960788">
                <a:moveTo>
                  <a:pt x="0" y="0"/>
                </a:moveTo>
                <a:lnTo>
                  <a:pt x="14337261" y="0"/>
                </a:lnTo>
                <a:lnTo>
                  <a:pt x="14337261" y="8960789"/>
                </a:lnTo>
                <a:lnTo>
                  <a:pt x="0" y="89607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 sz="120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EB73DC7F-56CB-E77A-9296-FB20A0756727}"/>
              </a:ext>
            </a:extLst>
          </p:cNvPr>
          <p:cNvSpPr/>
          <p:nvPr/>
        </p:nvSpPr>
        <p:spPr>
          <a:xfrm rot="-2520000" flipH="1">
            <a:off x="74428" y="-4131995"/>
            <a:ext cx="10607562" cy="7637445"/>
          </a:xfrm>
          <a:custGeom>
            <a:avLst/>
            <a:gdLst/>
            <a:ahLst/>
            <a:cxnLst/>
            <a:rect l="l" t="t" r="r" b="b"/>
            <a:pathLst>
              <a:path w="15911343" h="11456167">
                <a:moveTo>
                  <a:pt x="15911343" y="0"/>
                </a:moveTo>
                <a:lnTo>
                  <a:pt x="0" y="0"/>
                </a:lnTo>
                <a:lnTo>
                  <a:pt x="0" y="11456167"/>
                </a:lnTo>
                <a:lnTo>
                  <a:pt x="15911343" y="11456167"/>
                </a:lnTo>
                <a:lnTo>
                  <a:pt x="1591134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 sz="1200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C0CFF34-C63F-FCD1-96D9-323FFCD5C52C}"/>
              </a:ext>
            </a:extLst>
          </p:cNvPr>
          <p:cNvSpPr txBox="1"/>
          <p:nvPr/>
        </p:nvSpPr>
        <p:spPr>
          <a:xfrm>
            <a:off x="250592" y="648778"/>
            <a:ext cx="8031000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040"/>
              </a:lnSpc>
            </a:pPr>
            <a:r>
              <a:rPr lang="en-US" sz="6400" spc="13" dirty="0" err="1">
                <a:solidFill>
                  <a:srgbClr val="F4F4F4"/>
                </a:solidFill>
                <a:latin typeface="Showcard Gothic" panose="04020904020102020604" pitchFamily="82" charset="0"/>
              </a:rPr>
              <a:t>OxCIN</a:t>
            </a:r>
            <a:r>
              <a:rPr lang="en-US" sz="6400" spc="13" dirty="0">
                <a:solidFill>
                  <a:srgbClr val="F4F4F4"/>
                </a:solidFill>
                <a:latin typeface="Showcard Gothic" panose="04020904020102020604" pitchFamily="82" charset="0"/>
              </a:rPr>
              <a:t> Pride Stall 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E197F276-388F-592A-7C93-EFA8544D1E7A}"/>
              </a:ext>
            </a:extLst>
          </p:cNvPr>
          <p:cNvSpPr/>
          <p:nvPr/>
        </p:nvSpPr>
        <p:spPr>
          <a:xfrm>
            <a:off x="317090" y="5837948"/>
            <a:ext cx="5708759" cy="1541365"/>
          </a:xfrm>
          <a:custGeom>
            <a:avLst/>
            <a:gdLst/>
            <a:ahLst/>
            <a:cxnLst/>
            <a:rect l="l" t="t" r="r" b="b"/>
            <a:pathLst>
              <a:path w="8563138" h="2312047">
                <a:moveTo>
                  <a:pt x="0" y="0"/>
                </a:moveTo>
                <a:lnTo>
                  <a:pt x="8563138" y="0"/>
                </a:lnTo>
                <a:lnTo>
                  <a:pt x="8563138" y="2312048"/>
                </a:lnTo>
                <a:lnTo>
                  <a:pt x="0" y="23120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GB" sz="12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FFAAC1-767F-0B5F-ADCD-A4E60F0938AE}"/>
              </a:ext>
            </a:extLst>
          </p:cNvPr>
          <p:cNvSpPr txBox="1"/>
          <p:nvPr/>
        </p:nvSpPr>
        <p:spPr>
          <a:xfrm>
            <a:off x="105330" y="4091398"/>
            <a:ext cx="738345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pPr algn="l" fontAlgn="base">
              <a:buNone/>
            </a:pPr>
            <a:r>
              <a:rPr lang="en-US" sz="2400" b="1" i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Date: Saturday 7th June</a:t>
            </a:r>
          </a:p>
          <a:p>
            <a:pPr algn="l" fontAlgn="base">
              <a:buNone/>
            </a:pPr>
            <a:r>
              <a:rPr lang="en-US" sz="2400" b="1" i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Time: 10:00am–7pm (</a:t>
            </a:r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come any time</a:t>
            </a:r>
            <a:r>
              <a:rPr lang="en-US" sz="2400" b="1" i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)</a:t>
            </a:r>
          </a:p>
          <a:p>
            <a:pPr algn="l" fontAlgn="base"/>
            <a:r>
              <a:rPr lang="en-US" sz="2400" b="1" i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Location: Oxford South Park</a:t>
            </a:r>
          </a:p>
          <a:p>
            <a:br>
              <a:rPr lang="en-US" dirty="0"/>
            </a:br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6" name="Picture 5" descr="A poster for a concert&#10;&#10;AI-generated content may be incorrect.">
            <a:extLst>
              <a:ext uri="{FF2B5EF4-FFF2-40B4-BE49-F238E27FC236}">
                <a16:creationId xmlns:a16="http://schemas.microsoft.com/office/drawing/2014/main" id="{48D343FF-AF9C-43F5-BF69-FF5D21A1F1F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7566" y="1622808"/>
            <a:ext cx="3883842" cy="485480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 descr="A colorful low poly bull head&#10;&#10;AI-generated content may be incorrect.">
            <a:extLst>
              <a:ext uri="{FF2B5EF4-FFF2-40B4-BE49-F238E27FC236}">
                <a16:creationId xmlns:a16="http://schemas.microsoft.com/office/drawing/2014/main" id="{FD59EA77-1B9C-DEF1-D27A-18BA38C70BB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7317" y="5145686"/>
            <a:ext cx="1331925" cy="13319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2324329-7BA2-D132-3F97-F2B249B90EC1}"/>
              </a:ext>
            </a:extLst>
          </p:cNvPr>
          <p:cNvSpPr txBox="1"/>
          <p:nvPr/>
        </p:nvSpPr>
        <p:spPr>
          <a:xfrm>
            <a:off x="171827" y="1622808"/>
            <a:ext cx="738345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Theme: Recruiting Participants – How can we do better for inclusivity?</a:t>
            </a:r>
          </a:p>
          <a:p>
            <a:br>
              <a:rPr lang="en-US" dirty="0">
                <a:solidFill>
                  <a:schemeClr val="bg1"/>
                </a:solidFill>
              </a:rPr>
            </a:br>
            <a:r>
              <a:rPr lang="en-US" b="0" i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We’ll be hosting an outreach stall featuring inclusive research practices, current studies, and engaging science-themed public involvement activities. </a:t>
            </a:r>
            <a:r>
              <a:rPr lang="en-US" b="1" i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Send us your study to promote it!</a:t>
            </a:r>
          </a:p>
          <a:p>
            <a:endParaRPr lang="en-US" dirty="0">
              <a:solidFill>
                <a:schemeClr val="bg1"/>
              </a:solidFill>
              <a:latin typeface="Aptos" panose="020B0004020202020204" pitchFamily="34" charset="0"/>
            </a:endParaRPr>
          </a:p>
          <a:p>
            <a:r>
              <a:rPr lang="en-US" b="1" i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We’re looking for volunteers to join us at the stall </a:t>
            </a:r>
            <a:r>
              <a:rPr lang="en-US" b="0" i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– </a:t>
            </a:r>
            <a:br>
              <a:rPr lang="en-US" b="0" i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</a:br>
            <a:r>
              <a:rPr lang="en-US" b="0" i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just for </a:t>
            </a:r>
            <a:r>
              <a:rPr lang="en-US" b="1" i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1 or 2 hours anytime</a:t>
            </a:r>
            <a:r>
              <a:rPr lang="en-US" b="0" i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 between 10am–6pm. </a:t>
            </a:r>
            <a:br>
              <a:rPr lang="en-US" b="0" i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</a:br>
            <a:r>
              <a:rPr lang="en-US" b="0" i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Please contact: </a:t>
            </a:r>
            <a:r>
              <a:rPr lang="en-US" sz="2400" b="1" i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juju.fars@ndcn.ox.ac.uk </a:t>
            </a:r>
            <a:endParaRPr lang="en-GB" b="1" dirty="0">
              <a:solidFill>
                <a:schemeClr val="bg1"/>
              </a:solidFill>
            </a:endParaRPr>
          </a:p>
        </p:txBody>
      </p:sp>
      <p:pic>
        <p:nvPicPr>
          <p:cNvPr id="10" name="Picture 9" descr="A blue and white sign with a rainbow logo&#10;&#10;AI-generated content may be incorrect.">
            <a:extLst>
              <a:ext uri="{FF2B5EF4-FFF2-40B4-BE49-F238E27FC236}">
                <a16:creationId xmlns:a16="http://schemas.microsoft.com/office/drawing/2014/main" id="{623F7D84-8E22-45F1-BAD8-4968E70A534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2434" y="126597"/>
            <a:ext cx="2968222" cy="1315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296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14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961233">
            <a:off x="4488969" y="4633489"/>
            <a:ext cx="9558174" cy="5973859"/>
          </a:xfrm>
          <a:custGeom>
            <a:avLst/>
            <a:gdLst/>
            <a:ahLst/>
            <a:cxnLst/>
            <a:rect l="l" t="t" r="r" b="b"/>
            <a:pathLst>
              <a:path w="14337261" h="8960788">
                <a:moveTo>
                  <a:pt x="0" y="0"/>
                </a:moveTo>
                <a:lnTo>
                  <a:pt x="14337261" y="0"/>
                </a:lnTo>
                <a:lnTo>
                  <a:pt x="14337261" y="8960789"/>
                </a:lnTo>
                <a:lnTo>
                  <a:pt x="0" y="89607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 sz="1200"/>
          </a:p>
        </p:txBody>
      </p:sp>
      <p:sp>
        <p:nvSpPr>
          <p:cNvPr id="11" name="Freeform 11"/>
          <p:cNvSpPr/>
          <p:nvPr/>
        </p:nvSpPr>
        <p:spPr>
          <a:xfrm>
            <a:off x="7626220" y="1558869"/>
            <a:ext cx="4700181" cy="6416629"/>
          </a:xfrm>
          <a:custGeom>
            <a:avLst/>
            <a:gdLst/>
            <a:ahLst/>
            <a:cxnLst/>
            <a:rect l="l" t="t" r="r" b="b"/>
            <a:pathLst>
              <a:path w="7050271" h="9624944">
                <a:moveTo>
                  <a:pt x="0" y="0"/>
                </a:moveTo>
                <a:lnTo>
                  <a:pt x="7050271" y="0"/>
                </a:lnTo>
                <a:lnTo>
                  <a:pt x="7050271" y="9624944"/>
                </a:lnTo>
                <a:lnTo>
                  <a:pt x="0" y="96249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 sz="1200"/>
          </a:p>
        </p:txBody>
      </p:sp>
      <p:sp>
        <p:nvSpPr>
          <p:cNvPr id="12" name="Freeform 12"/>
          <p:cNvSpPr/>
          <p:nvPr/>
        </p:nvSpPr>
        <p:spPr>
          <a:xfrm>
            <a:off x="317090" y="5837948"/>
            <a:ext cx="5708759" cy="1541365"/>
          </a:xfrm>
          <a:custGeom>
            <a:avLst/>
            <a:gdLst/>
            <a:ahLst/>
            <a:cxnLst/>
            <a:rect l="l" t="t" r="r" b="b"/>
            <a:pathLst>
              <a:path w="8563138" h="2312047">
                <a:moveTo>
                  <a:pt x="0" y="0"/>
                </a:moveTo>
                <a:lnTo>
                  <a:pt x="8563138" y="0"/>
                </a:lnTo>
                <a:lnTo>
                  <a:pt x="8563138" y="2312048"/>
                </a:lnTo>
                <a:lnTo>
                  <a:pt x="0" y="23120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GB" sz="1200"/>
          </a:p>
        </p:txBody>
      </p:sp>
      <p:sp>
        <p:nvSpPr>
          <p:cNvPr id="14" name="Freeform 3">
            <a:extLst>
              <a:ext uri="{FF2B5EF4-FFF2-40B4-BE49-F238E27FC236}">
                <a16:creationId xmlns:a16="http://schemas.microsoft.com/office/drawing/2014/main" id="{280D5DFF-4053-0386-5858-7998D0B958E1}"/>
              </a:ext>
            </a:extLst>
          </p:cNvPr>
          <p:cNvSpPr/>
          <p:nvPr/>
        </p:nvSpPr>
        <p:spPr>
          <a:xfrm rot="19080000" flipH="1">
            <a:off x="74428" y="-4131995"/>
            <a:ext cx="10607562" cy="7637445"/>
          </a:xfrm>
          <a:custGeom>
            <a:avLst/>
            <a:gdLst/>
            <a:ahLst/>
            <a:cxnLst/>
            <a:rect l="l" t="t" r="r" b="b"/>
            <a:pathLst>
              <a:path w="15911343" h="11456167">
                <a:moveTo>
                  <a:pt x="15911343" y="0"/>
                </a:moveTo>
                <a:lnTo>
                  <a:pt x="0" y="0"/>
                </a:lnTo>
                <a:lnTo>
                  <a:pt x="0" y="11456167"/>
                </a:lnTo>
                <a:lnTo>
                  <a:pt x="15911343" y="11456167"/>
                </a:lnTo>
                <a:lnTo>
                  <a:pt x="1591134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 sz="12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9D9FF5-E2EB-B9B3-6660-FB75760090A4}"/>
              </a:ext>
            </a:extLst>
          </p:cNvPr>
          <p:cNvSpPr txBox="1"/>
          <p:nvPr/>
        </p:nvSpPr>
        <p:spPr>
          <a:xfrm>
            <a:off x="171827" y="1622808"/>
            <a:ext cx="7383459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The </a:t>
            </a:r>
            <a:r>
              <a:rPr lang="en-US" b="1" i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Pride quiz</a:t>
            </a:r>
            <a:r>
              <a:rPr lang="en-US" b="0" i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 is back this year! </a:t>
            </a:r>
          </a:p>
          <a:p>
            <a:endParaRPr lang="en-US" b="0" i="0" dirty="0">
              <a:solidFill>
                <a:schemeClr val="bg1"/>
              </a:solidFill>
              <a:effectLst/>
              <a:latin typeface="Aptos" panose="020B0004020202020204" pitchFamily="34" charset="0"/>
            </a:endParaRPr>
          </a:p>
          <a:p>
            <a:r>
              <a:rPr lang="en-US" b="0" i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Join us for a fun, inclusive late afternoon quiz with catering provided! </a:t>
            </a:r>
          </a:p>
          <a:p>
            <a:r>
              <a:rPr lang="en-US" b="1" i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All are welcome! </a:t>
            </a:r>
          </a:p>
          <a:p>
            <a:endParaRPr lang="en-US" b="0" i="0" dirty="0">
              <a:solidFill>
                <a:schemeClr val="bg1"/>
              </a:solidFill>
              <a:effectLst/>
              <a:latin typeface="Aptos" panose="020B0004020202020204" pitchFamily="34" charset="0"/>
            </a:endParaRPr>
          </a:p>
          <a:p>
            <a:r>
              <a:rPr lang="en-US" b="0" i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To win? Some goodies and Lush products.</a:t>
            </a:r>
          </a:p>
          <a:p>
            <a:r>
              <a:rPr lang="en-US" b="0" i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You can come alone or with </a:t>
            </a:r>
            <a:r>
              <a:rPr lang="en-US" b="0" i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your team, </a:t>
            </a:r>
            <a:r>
              <a:rPr lang="en-US" b="0" i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there should be space for everyone! </a:t>
            </a:r>
          </a:p>
          <a:p>
            <a:br>
              <a:rPr lang="en-US" b="0" i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</a:br>
            <a:r>
              <a:rPr lang="en-US" b="0" i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Any questions? Please contact: </a:t>
            </a:r>
            <a:r>
              <a:rPr lang="en-US" sz="2400" b="1" i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juju.fars@ndcn.ox.ac.uk 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16" name="TextBox 5">
            <a:extLst>
              <a:ext uri="{FF2B5EF4-FFF2-40B4-BE49-F238E27FC236}">
                <a16:creationId xmlns:a16="http://schemas.microsoft.com/office/drawing/2014/main" id="{AA8708B7-4D13-0F46-11AE-BC2DD73E7755}"/>
              </a:ext>
            </a:extLst>
          </p:cNvPr>
          <p:cNvSpPr txBox="1"/>
          <p:nvPr/>
        </p:nvSpPr>
        <p:spPr>
          <a:xfrm>
            <a:off x="250592" y="648778"/>
            <a:ext cx="8031000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040"/>
              </a:lnSpc>
            </a:pPr>
            <a:r>
              <a:rPr lang="en-US" sz="6400" spc="13" dirty="0" err="1">
                <a:solidFill>
                  <a:srgbClr val="F4F4F4"/>
                </a:solidFill>
                <a:latin typeface="Showcard Gothic" panose="04020904020102020604" pitchFamily="82" charset="0"/>
              </a:rPr>
              <a:t>OxCIN</a:t>
            </a:r>
            <a:r>
              <a:rPr lang="en-US" sz="6400" spc="13" dirty="0">
                <a:solidFill>
                  <a:srgbClr val="F4F4F4"/>
                </a:solidFill>
                <a:latin typeface="Showcard Gothic" panose="04020904020102020604" pitchFamily="82" charset="0"/>
              </a:rPr>
              <a:t> Pride quiz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87445B1-6CC9-5758-FAE9-4A52A06298AD}"/>
              </a:ext>
            </a:extLst>
          </p:cNvPr>
          <p:cNvSpPr txBox="1"/>
          <p:nvPr/>
        </p:nvSpPr>
        <p:spPr>
          <a:xfrm>
            <a:off x="105330" y="4091398"/>
            <a:ext cx="738345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pPr algn="l" fontAlgn="base">
              <a:buNone/>
            </a:pPr>
            <a:r>
              <a:rPr lang="en-US" sz="2400" b="1" i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Date: Tuesday 10th June</a:t>
            </a:r>
          </a:p>
          <a:p>
            <a:pPr algn="l" fontAlgn="base">
              <a:buNone/>
            </a:pPr>
            <a:r>
              <a:rPr lang="en-US" sz="2400" b="1" i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Time: 5:00–7:30pm (quiz: 5:30–7:15pm)</a:t>
            </a:r>
          </a:p>
          <a:p>
            <a:pPr algn="l" fontAlgn="base">
              <a:buNone/>
            </a:pPr>
            <a:r>
              <a:rPr lang="en-US" sz="2400" b="1" i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Location: </a:t>
            </a:r>
            <a:r>
              <a:rPr lang="en-US" sz="2400" b="1" i="0" dirty="0" err="1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OxCIN</a:t>
            </a:r>
            <a:r>
              <a:rPr lang="en-US" sz="2400" b="1" i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 FMRIB Building - Kitchen</a:t>
            </a:r>
          </a:p>
          <a:p>
            <a:br>
              <a:rPr lang="en-US" dirty="0"/>
            </a:br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7" name="Picture 6" descr="A blue and white sign with a rainbow logo&#10;&#10;AI-generated content may be incorrect.">
            <a:extLst>
              <a:ext uri="{FF2B5EF4-FFF2-40B4-BE49-F238E27FC236}">
                <a16:creationId xmlns:a16="http://schemas.microsoft.com/office/drawing/2014/main" id="{8EE64E9E-C9CD-8F82-271E-9977BDE4898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2434" y="126597"/>
            <a:ext cx="2968222" cy="131577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1F8BD4-64F7-A015-C566-57E1AE3CD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9B592E8-AB6C-F019-6379-DAFF790C992C}"/>
              </a:ext>
            </a:extLst>
          </p:cNvPr>
          <p:cNvSpPr/>
          <p:nvPr/>
        </p:nvSpPr>
        <p:spPr>
          <a:xfrm rot="-1961233">
            <a:off x="4488969" y="4633489"/>
            <a:ext cx="9558174" cy="5973859"/>
          </a:xfrm>
          <a:custGeom>
            <a:avLst/>
            <a:gdLst/>
            <a:ahLst/>
            <a:cxnLst/>
            <a:rect l="l" t="t" r="r" b="b"/>
            <a:pathLst>
              <a:path w="14337261" h="8960788">
                <a:moveTo>
                  <a:pt x="0" y="0"/>
                </a:moveTo>
                <a:lnTo>
                  <a:pt x="14337261" y="0"/>
                </a:lnTo>
                <a:lnTo>
                  <a:pt x="14337261" y="8960789"/>
                </a:lnTo>
                <a:lnTo>
                  <a:pt x="0" y="89607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 sz="120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E9ADB40-2622-400C-B9A5-BED7171C9717}"/>
              </a:ext>
            </a:extLst>
          </p:cNvPr>
          <p:cNvSpPr/>
          <p:nvPr/>
        </p:nvSpPr>
        <p:spPr>
          <a:xfrm rot="-2520000" flipH="1">
            <a:off x="74428" y="-4131995"/>
            <a:ext cx="10607562" cy="7637445"/>
          </a:xfrm>
          <a:custGeom>
            <a:avLst/>
            <a:gdLst/>
            <a:ahLst/>
            <a:cxnLst/>
            <a:rect l="l" t="t" r="r" b="b"/>
            <a:pathLst>
              <a:path w="15911343" h="11456167">
                <a:moveTo>
                  <a:pt x="15911343" y="0"/>
                </a:moveTo>
                <a:lnTo>
                  <a:pt x="0" y="0"/>
                </a:lnTo>
                <a:lnTo>
                  <a:pt x="0" y="11456167"/>
                </a:lnTo>
                <a:lnTo>
                  <a:pt x="15911343" y="11456167"/>
                </a:lnTo>
                <a:lnTo>
                  <a:pt x="1591134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 sz="1200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CE55506-3C49-50E3-1506-328D516C345B}"/>
              </a:ext>
            </a:extLst>
          </p:cNvPr>
          <p:cNvSpPr txBox="1"/>
          <p:nvPr/>
        </p:nvSpPr>
        <p:spPr>
          <a:xfrm>
            <a:off x="250592" y="648778"/>
            <a:ext cx="10093558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040"/>
              </a:lnSpc>
            </a:pPr>
            <a:r>
              <a:rPr lang="en-US" sz="6400" spc="13" dirty="0" err="1">
                <a:solidFill>
                  <a:srgbClr val="F4F4F4"/>
                </a:solidFill>
                <a:latin typeface="Showcard Gothic" panose="04020904020102020604" pitchFamily="82" charset="0"/>
              </a:rPr>
              <a:t>OxCIN</a:t>
            </a:r>
            <a:r>
              <a:rPr lang="en-US" sz="6400" spc="13" dirty="0">
                <a:solidFill>
                  <a:srgbClr val="F4F4F4"/>
                </a:solidFill>
                <a:latin typeface="Showcard Gothic" panose="04020904020102020604" pitchFamily="82" charset="0"/>
              </a:rPr>
              <a:t> Drag Make-up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65D254CA-934C-B611-544C-8BEB5F8107B8}"/>
              </a:ext>
            </a:extLst>
          </p:cNvPr>
          <p:cNvSpPr/>
          <p:nvPr/>
        </p:nvSpPr>
        <p:spPr>
          <a:xfrm>
            <a:off x="317090" y="5837948"/>
            <a:ext cx="5708759" cy="1541365"/>
          </a:xfrm>
          <a:custGeom>
            <a:avLst/>
            <a:gdLst/>
            <a:ahLst/>
            <a:cxnLst/>
            <a:rect l="l" t="t" r="r" b="b"/>
            <a:pathLst>
              <a:path w="8563138" h="2312047">
                <a:moveTo>
                  <a:pt x="0" y="0"/>
                </a:moveTo>
                <a:lnTo>
                  <a:pt x="8563138" y="0"/>
                </a:lnTo>
                <a:lnTo>
                  <a:pt x="8563138" y="2312048"/>
                </a:lnTo>
                <a:lnTo>
                  <a:pt x="0" y="23120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GB" sz="12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67D8DE-465E-10EB-AC8F-AF7E0CB6A2F1}"/>
              </a:ext>
            </a:extLst>
          </p:cNvPr>
          <p:cNvSpPr txBox="1"/>
          <p:nvPr/>
        </p:nvSpPr>
        <p:spPr>
          <a:xfrm>
            <a:off x="105330" y="4091398"/>
            <a:ext cx="738345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pPr algn="l" fontAlgn="base">
              <a:buNone/>
            </a:pPr>
            <a:r>
              <a:rPr lang="en-US" sz="2400" b="1" i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Date: Friday </a:t>
            </a:r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13</a:t>
            </a:r>
            <a:r>
              <a:rPr lang="en-US" sz="2400" b="1" i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th June</a:t>
            </a:r>
          </a:p>
          <a:p>
            <a:pPr algn="l" fontAlgn="base">
              <a:buNone/>
            </a:pPr>
            <a:r>
              <a:rPr lang="en-US" sz="2400" b="1" i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Time: </a:t>
            </a:r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3</a:t>
            </a:r>
            <a:r>
              <a:rPr lang="en-US" sz="2400" b="1" i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:30</a:t>
            </a:r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p</a:t>
            </a:r>
            <a:r>
              <a:rPr lang="en-US" sz="2400" b="1" i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m–6pm</a:t>
            </a:r>
          </a:p>
          <a:p>
            <a:pPr algn="l" fontAlgn="base"/>
            <a:r>
              <a:rPr lang="en-US" sz="2400" b="1" i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Location: </a:t>
            </a:r>
            <a:r>
              <a:rPr lang="en-US" sz="2400" b="1" i="0" dirty="0" err="1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OxCIN</a:t>
            </a:r>
            <a:r>
              <a:rPr lang="en-US" sz="2400" b="1" i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 </a:t>
            </a:r>
            <a:r>
              <a:rPr lang="en-US" sz="2400" b="1" i="0" dirty="0" err="1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Annexe</a:t>
            </a:r>
            <a:r>
              <a:rPr lang="en-US" sz="2400" b="1" i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 – Cowey Rooms</a:t>
            </a:r>
          </a:p>
          <a:p>
            <a:br>
              <a:rPr lang="en-US" dirty="0"/>
            </a:b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22ACCD-9AAD-2AB0-B2E8-7C139BE5DE8F}"/>
              </a:ext>
            </a:extLst>
          </p:cNvPr>
          <p:cNvSpPr txBox="1"/>
          <p:nvPr/>
        </p:nvSpPr>
        <p:spPr>
          <a:xfrm>
            <a:off x="171827" y="1622808"/>
            <a:ext cx="7383459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dirty="0">
                <a:solidFill>
                  <a:schemeClr val="bg1"/>
                </a:solidFill>
              </a:rPr>
              <a:t>An interactive session to </a:t>
            </a:r>
            <a:r>
              <a:rPr lang="en-US" b="1" dirty="0">
                <a:solidFill>
                  <a:schemeClr val="bg1"/>
                </a:solidFill>
              </a:rPr>
              <a:t>learn</a:t>
            </a:r>
            <a:r>
              <a:rPr lang="en-US" dirty="0">
                <a:solidFill>
                  <a:schemeClr val="bg1"/>
                </a:solidFill>
              </a:rPr>
              <a:t> how to shine like a true star from the drag galaxy! Whether you're curious to try drag makeup for the first time or looking to refine your skills, this workshop is for </a:t>
            </a:r>
            <a:r>
              <a:rPr lang="en-US" b="1" dirty="0">
                <a:solidFill>
                  <a:schemeClr val="bg1"/>
                </a:solidFill>
              </a:rPr>
              <a:t>you</a:t>
            </a:r>
            <a:r>
              <a:rPr lang="en-US" dirty="0">
                <a:solidFill>
                  <a:schemeClr val="bg1"/>
                </a:solidFill>
              </a:rPr>
              <a:t>. We will learn from the best of the best of the </a:t>
            </a:r>
            <a:r>
              <a:rPr lang="en-US" b="1" dirty="0">
                <a:solidFill>
                  <a:schemeClr val="bg1"/>
                </a:solidFill>
              </a:rPr>
              <a:t>Oxfordshire Drag Collective</a:t>
            </a:r>
            <a:r>
              <a:rPr lang="en-US" dirty="0">
                <a:solidFill>
                  <a:schemeClr val="bg1"/>
                </a:solidFill>
              </a:rPr>
              <a:t>.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All genders and experience levels are welcome. </a:t>
            </a:r>
          </a:p>
          <a:p>
            <a:pPr>
              <a:buNone/>
            </a:pPr>
            <a:endParaRPr lang="en-US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en-US" b="1" dirty="0">
                <a:solidFill>
                  <a:schemeClr val="bg1"/>
                </a:solidFill>
              </a:rPr>
              <a:t>Note:</a:t>
            </a:r>
            <a:r>
              <a:rPr lang="en-US" dirty="0">
                <a:solidFill>
                  <a:schemeClr val="bg1"/>
                </a:solidFill>
              </a:rPr>
              <a:t> Spaces are </a:t>
            </a:r>
            <a:r>
              <a:rPr lang="en-US" b="1" dirty="0">
                <a:solidFill>
                  <a:schemeClr val="bg1"/>
                </a:solidFill>
              </a:rPr>
              <a:t>limited</a:t>
            </a:r>
            <a:r>
              <a:rPr lang="en-US" dirty="0">
                <a:solidFill>
                  <a:schemeClr val="bg1"/>
                </a:solidFill>
              </a:rPr>
              <a:t> to </a:t>
            </a:r>
            <a:r>
              <a:rPr lang="en-US" b="1" dirty="0">
                <a:solidFill>
                  <a:schemeClr val="bg1"/>
                </a:solidFill>
              </a:rPr>
              <a:t>15 participants</a:t>
            </a:r>
            <a:r>
              <a:rPr lang="en-US" dirty="0">
                <a:solidFill>
                  <a:schemeClr val="bg1"/>
                </a:solidFill>
              </a:rPr>
              <a:t>.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Make-up will be available on site but in limited amount,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please </a:t>
            </a:r>
            <a:r>
              <a:rPr lang="en-US" b="1" dirty="0">
                <a:solidFill>
                  <a:schemeClr val="bg1"/>
                </a:solidFill>
              </a:rPr>
              <a:t>bring your own kit if you have one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r>
              <a:rPr lang="en-US" dirty="0">
                <a:solidFill>
                  <a:schemeClr val="bg1"/>
                </a:solidFill>
              </a:rPr>
              <a:t>To book your spot, p</a:t>
            </a:r>
            <a:r>
              <a:rPr lang="en-US" b="0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lease contact: </a:t>
            </a:r>
            <a:r>
              <a:rPr lang="en-US" sz="2400" b="1" dirty="0">
                <a:solidFill>
                  <a:schemeClr val="bg1"/>
                </a:solidFill>
                <a:effectLst/>
                <a:latin typeface="Aptos" panose="020B0004020202020204" pitchFamily="34" charset="0"/>
              </a:rPr>
              <a:t>juju.fars@ndcn.ox.ac.uk </a:t>
            </a:r>
            <a:endParaRPr lang="en-GB" b="1" dirty="0">
              <a:solidFill>
                <a:schemeClr val="bg1"/>
              </a:solidFill>
            </a:endParaRPr>
          </a:p>
        </p:txBody>
      </p:sp>
      <p:pic>
        <p:nvPicPr>
          <p:cNvPr id="7" name="Picture 6" descr="A logo with white text&#10;&#10;AI-generated content may be incorrect.">
            <a:extLst>
              <a:ext uri="{FF2B5EF4-FFF2-40B4-BE49-F238E27FC236}">
                <a16:creationId xmlns:a16="http://schemas.microsoft.com/office/drawing/2014/main" id="{707B30A8-1889-656A-5895-24AF403779A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6386" y="3704407"/>
            <a:ext cx="1253436" cy="125343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BD683D7-64B2-41E2-6758-C43E38DFB70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99326" y="1622808"/>
            <a:ext cx="3311536" cy="482174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1273A98-888D-2FC3-E16E-5DC62A39EE39}"/>
              </a:ext>
            </a:extLst>
          </p:cNvPr>
          <p:cNvSpPr txBox="1"/>
          <p:nvPr/>
        </p:nvSpPr>
        <p:spPr>
          <a:xfrm>
            <a:off x="7560169" y="6501142"/>
            <a:ext cx="5343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From instagram.com/oxdragcollective/</a:t>
            </a:r>
          </a:p>
        </p:txBody>
      </p:sp>
      <p:pic>
        <p:nvPicPr>
          <p:cNvPr id="16" name="Picture 15" descr="A rainbow over a city&#10;&#10;AI-generated content may be incorrect.">
            <a:extLst>
              <a:ext uri="{FF2B5EF4-FFF2-40B4-BE49-F238E27FC236}">
                <a16:creationId xmlns:a16="http://schemas.microsoft.com/office/drawing/2014/main" id="{216140C7-C90D-3DC9-BEF2-E9851326770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33" b="14874"/>
          <a:stretch/>
        </p:blipFill>
        <p:spPr>
          <a:xfrm>
            <a:off x="7236386" y="5171657"/>
            <a:ext cx="1253436" cy="127289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Picture 3" descr="A blue and white sign with a rainbow logo&#10;&#10;AI-generated content may be incorrect.">
            <a:extLst>
              <a:ext uri="{FF2B5EF4-FFF2-40B4-BE49-F238E27FC236}">
                <a16:creationId xmlns:a16="http://schemas.microsoft.com/office/drawing/2014/main" id="{859B474B-5E86-3C45-2682-12C3DAC386A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2434" y="126597"/>
            <a:ext cx="2968222" cy="1315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9826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343</Words>
  <Application>Microsoft Office PowerPoint</Application>
  <PresentationFormat>Widescreen</PresentationFormat>
  <Paragraphs>38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Showcard Gothic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Julien Fars</dc:creator>
  <cp:lastModifiedBy>Julien Fars</cp:lastModifiedBy>
  <cp:revision>1</cp:revision>
  <dcterms:created xsi:type="dcterms:W3CDTF">2025-05-27T08:46:07Z</dcterms:created>
  <dcterms:modified xsi:type="dcterms:W3CDTF">2025-05-28T15:05:13Z</dcterms:modified>
</cp:coreProperties>
</file>